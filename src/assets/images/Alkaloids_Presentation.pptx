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Alkaloids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Presentation for Biochemistry</a:t>
            </a:r>
          </a:p>
          <a:p>
            <a:r>
              <a:t>Abubakar • Noman • Talha • Hassan</a:t>
            </a:r>
          </a:p>
          <a:p>
            <a:r>
              <a:t>Islamia University Bahawalpur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Alkaloids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Definition: Nitrogen-containing organic compounds</a:t>
            </a:r>
          </a:p>
          <a:p>
            <a:pPr lvl="1"/>
            <a:r>
              <a:t>Historical background: discovered from medicinal plants</a:t>
            </a:r>
          </a:p>
          <a:p>
            <a:pPr lvl="1"/>
            <a:r>
              <a:t>General characteristics</a:t>
            </a:r>
          </a:p>
          <a:p>
            <a:pPr lvl="1"/>
            <a:r>
              <a:t>Chemical nature and classification 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Occurrence &amp; Extraction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Found in plants, fungi, microbes, and animals</a:t>
            </a:r>
          </a:p>
          <a:p>
            <a:pPr lvl="1"/>
            <a:r>
              <a:t>Major source families: Solanaceae, Papaveraceae, Rutaceae</a:t>
            </a:r>
          </a:p>
          <a:p>
            <a:pPr lvl="1"/>
            <a:r>
              <a:t>Extraction: acid-base method, solvent extraction</a:t>
            </a:r>
          </a:p>
          <a:p>
            <a:pPr lvl="1"/>
            <a:r>
              <a:t>Factors affecting alkaloid yield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Biosynthesis of Alkaloids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Precursors: amino acids (tryptophan, tyrosine, ornithine)</a:t>
            </a:r>
          </a:p>
          <a:p>
            <a:pPr lvl="1"/>
            <a:r>
              <a:t>Enzyme-driven pathways</a:t>
            </a:r>
          </a:p>
          <a:p>
            <a:pPr lvl="1"/>
            <a:r>
              <a:t>Example pathways: Nicotine and Morphine biosynthesis</a:t>
            </a:r>
          </a:p>
          <a:p>
            <a:pPr lvl="1"/>
            <a:r>
              <a:t>Flow of biosynthesis in plants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Physiological Effects &amp;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Effects on plants and humans</a:t>
            </a:r>
          </a:p>
          <a:p>
            <a:pPr lvl="1"/>
            <a:r>
              <a:t>Pharmacological actions</a:t>
            </a:r>
          </a:p>
          <a:p>
            <a:pPr lvl="1"/>
            <a:r>
              <a:t>Medicinal importance: morphine, atropine, quinine, nicotine</a:t>
            </a:r>
          </a:p>
          <a:p>
            <a:pPr lvl="1"/>
            <a:r>
              <a:t>Toxicity and industrial uses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Alkaloids are vital bioactive compounds</a:t>
            </a:r>
          </a:p>
          <a:p>
            <a:pPr lvl="1"/>
            <a:r>
              <a:t>They play major roles in medicine and biochemistry</a:t>
            </a:r>
          </a:p>
          <a:p>
            <a:pPr lvl="1"/>
            <a:r>
              <a:t>Widely used as pharmaceuticals and research tools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Lehninger Principles of Biochemistry</a:t>
            </a:r>
          </a:p>
          <a:p>
            <a:pPr lvl="1"/>
            <a:r>
              <a:t>PubMed / Google Scholar</a:t>
            </a:r>
          </a:p>
          <a:p>
            <a:pPr lvl="1"/>
            <a:r>
              <a:t>Plant Biochemistry Textbooks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